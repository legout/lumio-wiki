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Aster Series Pricing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reference · Atlas Heatworks Technical Office · Effective 1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Aster 8 — small heat-pump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kW nominal output, three heating zones</a:t>
            </a:r>
          </a:p>
          <a:p>
            <a:pPr lvl="1"/>
            <a:r>
              <a:t>Catalog edition 2026.1</a:t>
            </a:r>
          </a:p>
          <a:p>
            <a:pPr lvl="1"/>
            <a:r>
              <a:t>Standard cylinder 180 litres</a:t>
            </a:r>
          </a:p>
          <a:p>
            <a:pPr lvl="1"/>
            <a:r>
              <a:t>Manufacturer Norrby Climate Systems</a:t>
            </a:r>
          </a:p>
          <a:p>
            <a:pPr lvl="1"/>
            <a:r>
              <a:t>Refrigerant R-32 factory charge 1.15 kg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Aster 12 — larger heat-pump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kW nominal output, up to five heating zones</a:t>
            </a:r>
          </a:p>
          <a:p>
            <a:pPr lvl="1"/>
            <a:r>
              <a:t>Catalog edition 2026.1</a:t>
            </a:r>
          </a:p>
          <a:p>
            <a:pPr lvl="1"/>
            <a:r>
              <a:t>Standard cylinder 250 litres</a:t>
            </a:r>
          </a:p>
          <a:p>
            <a:pPr lvl="1"/>
            <a:r>
              <a:t>Manufacturer Norrby Climate Systems</a:t>
            </a:r>
          </a:p>
          <a:p>
            <a:pPr lvl="1"/>
            <a:r>
              <a:t>Refrigerant R-32 factory charge 1.65 kg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CarePlus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CarePlus extends the standard five-year product warranty to seven years when registration is timely and annual service is documented.</a:t>
            </a:r>
          </a:p>
          <a:p>
            <a:pPr lvl="1"/>
            <a:r>
              <a:t>Eligibility governed by Customer Support and Warranty Policy</a:t>
            </a:r>
          </a:p>
          <a:p>
            <a:pPr lvl="1"/>
            <a:r>
              <a:t>Operations Director approves exceptions only</a:t>
            </a:r>
          </a:p>
          <a:p>
            <a:pPr lvl="1"/>
            <a:r>
              <a:t>Late service triggers a 45-day cure period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Heatworks Aster Pricing Sheet</dc:title>
  <dc:subject>Internal pricing and lead-time reference for Aster 8 and Aster 12</dc:subject>
  <dc:creator>Atlas Heatworks Technical Office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